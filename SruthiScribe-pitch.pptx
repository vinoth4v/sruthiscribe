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91.7%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3.2¢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15%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  ·  © 2026,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