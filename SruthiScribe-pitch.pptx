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34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1C1915"/>
                </a:solidFill>
                <a:latin typeface="Georgia"/>
              </a:rPr>
              <a:t>SruthiScribe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0632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B3401F"/>
                </a:solidFill>
                <a:latin typeface="Georgia"/>
              </a:rPr>
              <a:t>Sing it. Read it back as svaras.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886200"/>
            <a:ext cx="9326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53F36"/>
                </a:solidFill>
                <a:latin typeface="Helvetica Neue"/>
              </a:rPr>
              <a:t>A browser-based Carnatic transcription engine and an open, machine-readable library of the repertoire.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504688"/>
            <a:ext cx="10058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8A6D2F"/>
                </a:solidFill>
                <a:latin typeface="Menlo"/>
              </a:rPr>
              <a:t>Vinoth Kannan  ·  vinoth.kannan.eu@gmail.com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756D5E"/>
                </a:solidFill>
                <a:latin typeface="Menlo"/>
              </a:rPr>
              <a:t>Beta  ·  measured accuracy, published limits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Carnatic music is taught by ear, and stays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 student cannot see what they just sang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Correction happens in the lesson, from the teacher's ear. Between lessons there is no feedback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5234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Notation exists, but not where you need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26664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Printed books, PDFs and scanned archives — none of it queryable, none of it aligned to what you are singing.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2160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reference corpus is scattered and closed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95928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Ragam definitions on one site, lyrics on another, notation in a 1904 book. Little of it is machine-readable.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83080"/>
            <a:ext cx="49377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057400"/>
            <a:ext cx="4297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What a learner actually has today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tanpura app for the drone.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tuner that says whether one note is sharp.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PDF of notation they cannot search.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recording of their own practice they will never listen back to.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B3401F"/>
                </a:solidFill>
                <a:latin typeface="Helvetica Neue"/>
              </a:rPr>
              <a:t>Nothing that turns the singing into notation.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Two halves of one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51206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116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B3401F"/>
                </a:solidFill>
                <a:latin typeface="Georgia"/>
              </a:rPr>
              <a:t>1 · Hear yourself as notation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Sing a phrase; get back svaras with sthayi, gamaka and avartana bars, laid out the way the tradition prints it.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Practise between lessons with something that answers.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37360"/>
            <a:ext cx="50292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2011680"/>
            <a:ext cx="43891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0E6B5C"/>
                </a:solidFill>
                <a:latin typeface="Georgia"/>
              </a:rPr>
              <a:t>2 · One library, openly licensed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Compositions, ragams, talams and notation in one place, searchable, with the source and licence of every row recorded.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So a reading can be matched against the repertoire.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The two halves feed each other: the library gives the decoder its ragam and tala; the decoder gives the library new readings.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FUNCTIONALITY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it does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Record or upload, and read it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Microphone or file, in the browser. Svaras with octave, duration, gamaka class and cents deviation.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Tala-aware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All seven suladi sapta talas × five jatis, nadai 1x–8x, avartana and anga bar lines, sahitya under the svaras.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Fix what it got wrong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Edit any svara, mark the eduppu, regroup speeds — the decode is a starting point, not a verdict.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Export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Print-quality PDF laid out as the tradition prints it, JSON, or contribute the reading to the library.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 library of 598 compositions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42 with complete notation, searchable by ragam, tala, composer, deity and how complete the notation 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939 ragams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All 72 melakartas and their janyas, with arohana/avarohana; 114 wired into the decoder as constraints.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Provenance on every 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Source, licence and page, so a notation can be checked against the book it came from.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An AI teacher, optional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Reads the transcription and answers questions about it. Never part of producing the transcription.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A signal-processing pipeline, entirely in the browser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Audio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mic or file
16 kHz mono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7709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3741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3741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YIN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3741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pitch track
50 ms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8490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4522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4522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Voicing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4522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energy + confidence
90 ms min. note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9271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15303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5303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Tonic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5303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pitch histogram
auto-sruthi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0052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46084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6084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Viterbi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6084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ragam-constrained
svara decode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833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76865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6865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Notation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76865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tala grid
PDF /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 server, no model, no key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0233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The engine is 44 kB of dependency-free JavaScript. Transcription works offline; nothing is uploaded.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57199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ragam is the decoder's state space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84631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Viterbi over that ragam's svarasthanas, penalising switches — so the decode cannot invent a note outside the ragam.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Postgres + REST for the library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0233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Supabase; the page talks to it directly. Notation stored as JSON with the tala and akshara grid.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57199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harness scores the shipping code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84631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tools/eval.js extracts the engine from the page itself and scores it against public datasets — the two cannot 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MEASURED, NOT CLAIMED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Accuracy on studio recordings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84.9%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svara accuracy
(label + octave)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82.4%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raw pitch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2.7%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octave error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178308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002536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7.6¢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624328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tonic (sruthi)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Scored on 33 items of Sanidha (Georgia Tech), studio multitrack, against the dataset's own pitch annotations.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977639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0624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How the measurement is kept honest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The harness runs the engine that ships, not a copy. Records whose published annotation disagrees with their own audio are detected and excluded rather than averaged in — three of Sanidha's are annotated an octave high. Every engine change is confirmed on a held-out split before it lands.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Rescuing a 1904 book by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Subbarama Dikshitar's Sangita Sampradaya Pradarsini (1904) is the only public-domain source of complete Carnatic notation — and it has never been machine-readable.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598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compositions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with complete notation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939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ragams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274320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2962656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4,695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3584448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svaras extracted from SSP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348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The extractor reads the book's own notation scheme from its page iii — capitals are two aksharas, underlines halve, dots mark sthayi — and verifies every section against the tala the book prints for it. 26 kirtanas parse clean end to end; 12 of them were confirmed independently against a separate catalogue, agreeing on both title and ragam. Nothing that fails verification is loaded.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it cannot do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Ragam identification is weak — 12% top-1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 pitch histogram cannot separate ragams that share a svara set and differ by phrase. The user still has to name the ragam.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Gamaka classification is coarse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Five machine labels, not the dasavidha taxonomy. It says 'kampita', not which kampita.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Voicing false alarm is 35%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It still calls notes in the gaps. The weakest number in the engine, and known.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One voice, no ensemble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Trained on and scored against solo vocal. Accompaniment in the room degrades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library is mostly metadata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433 of 598 rows have no notation. Complete notation is not openly licensed at scale; that is a licensing wall, not an engineering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SSP extractor verifies 44% of sections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Errors are per-glyph now — underline geometry, tight spacing. Each further point is slow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 Tyagaraja notation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SSP covers Dikshitar. The Walajapet manuscripts are scans with no text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Not a substitute for a teacher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It measures pitch. It does not hear bhava, and it should not be sold as if it did.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is genuinely new 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65960"/>
            <a:ext cx="4480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756D5E"/>
                </a:solidFill>
                <a:latin typeface="Georgia"/>
              </a:rPr>
              <a:t>Already exists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Tuners that name the svara you are holding — Carnatic Tuner, Shruti.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Practice apps with pitch feedback and lesson tracks — Carnatic Singer, Riyaz.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AI accompaniment and raga detection — NaadSadhana, an Apple Design Award winner with 410 ragas.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Notation typing tools — Haathi Carnatic Editor.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Research corpora — CompMusic, Saraga, Sanidha.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91640"/>
            <a:ext cx="50292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965960"/>
            <a:ext cx="43891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B3401F"/>
                </a:solidFill>
                <a:latin typeface="Georgia"/>
              </a:rPr>
              <a:t>Less crowded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Continuous transcription of a phrase into tala-aligned notation, not just the current note.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Runs entirely in the browser — no install, no account, works offline.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Published accuracy against public datasets, with the harness in the repo.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01F"/>
                </a:solidFill>
                <a:latin typeface="Helvetica Neue"/>
              </a:rPr>
              <a:t>·  A machine-readable SSP corpus with provenance — as far as we know, the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303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Honest reading: the transcription feature is differentiated, not unique. The extracted SSP corpus is the genuinely novel contribution.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743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3401F"/>
                </a:solidFill>
                <a:latin typeface="Menlo"/>
              </a:rPr>
              <a:t>WHERE IT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3200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C1915"/>
                </a:solidFill>
                <a:latin typeface="Georgia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16052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Raise the SSP yield — every point converts directly into complete works.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Cut the voicing false alarm; it is the weakest measured number.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Phrase-level ragam identification, where the published work actually lives.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Attach openly-licensed audio to notated works, so a student can hear and read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6382512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Menlo"/>
              </a:rPr>
              <a:t>Questions, corrections, missing compositions — Vinoth Kannan, vinoth.kannan.eu@gmail.com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