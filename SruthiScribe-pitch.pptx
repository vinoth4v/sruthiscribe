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04688"/>
            <a:ext cx="10058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A6D2F"/>
                </a:solidFill>
                <a:latin typeface="Menlo"/>
              </a:rPr>
              <a:t>Vinoth Kannan  ·  vinoth.kannan.eu@gmail.com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5234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26664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95928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7709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3741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3741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3741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849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4522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4522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9271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5303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005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6084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6084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6084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833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6865" y="1828800"/>
            <a:ext cx="1574749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865" y="2029968"/>
            <a:ext cx="157474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76865" y="2432304"/>
            <a:ext cx="157474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233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4631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91.7%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3.2¢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Ragam identification is weak — 15%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Voicing false alarm is 32%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3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43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118103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1304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087367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82311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056631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Tuners that name the svara you are holding — Carnatic Tuner, Shruti.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Practice apps with pitch feedback and lesson tracks — Carnatic Singer, Riyaz.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AI accompaniment and raga detection — NaadSadhana, an Apple Design Award winner with 410 ragas.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Notation typing tools — Haathi Carnatic Editor.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Continuous transcription of a phrase into tala-aligned notation, not just the current note.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Runs entirely in the browser — no install, no account, works offline.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·  Published accuracy against public datasets, with the harness in the repo.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·  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303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Raise the SSP yield — every point converts directly into complete works.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Cut the voicing false alarm; it is the weakest measured number.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Phrase-level ragam identification, where the published work actually lives.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·  Attach openly-licensed audio to notated works, so a student can hear and read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382512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Menlo"/>
              </a:rPr>
              <a:t>Questions, corrections, missing compositions — Vinoth Kannan, vinoth.kannan.eu@gmail.com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